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8" r:id="rId5"/>
    <p:sldId id="257" r:id="rId6"/>
    <p:sldId id="261" r:id="rId7"/>
    <p:sldId id="259" r:id="rId8"/>
    <p:sldId id="260" r:id="rId9"/>
  </p:sldIdLst>
  <p:sldSz cx="990346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1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0E1A55"/>
    <a:srgbClr val="172A88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14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973897" y="914501"/>
            <a:ext cx="7960799" cy="2570683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973897" y="3560792"/>
            <a:ext cx="7960799" cy="1472562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395" spc="2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5"/>
            </a:lvl3pPr>
            <a:lvl4pPr marL="1372235" indent="0" algn="ctr">
              <a:buNone/>
              <a:defRPr sz="1600"/>
            </a:lvl4pPr>
            <a:lvl5pPr marL="1829435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94259" y="608467"/>
            <a:ext cx="8911297" cy="70567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94259" y="1490564"/>
            <a:ext cx="8911297" cy="4759724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617311" y="3848824"/>
            <a:ext cx="6311315" cy="76688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617311" y="4615709"/>
            <a:ext cx="6311315" cy="86769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2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94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94259" y="608467"/>
            <a:ext cx="8911297" cy="70567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94259" y="1501365"/>
            <a:ext cx="4205594" cy="4748922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208736" y="1501365"/>
            <a:ext cx="4205594" cy="4748922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94259" y="608467"/>
            <a:ext cx="8911297" cy="70567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94259" y="1429357"/>
            <a:ext cx="4340126" cy="381641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3765" indent="0">
              <a:buNone/>
              <a:defRPr sz="1805" b="1"/>
            </a:lvl3pPr>
            <a:lvl4pPr marL="1372235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94259" y="1854204"/>
            <a:ext cx="4340126" cy="439608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5065877" y="1421886"/>
            <a:ext cx="4340126" cy="381641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3765" indent="0">
              <a:buNone/>
              <a:defRPr sz="1805" b="1"/>
            </a:lvl3pPr>
            <a:lvl4pPr marL="1372235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5065877" y="1854204"/>
            <a:ext cx="4340126" cy="439608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94259" y="608467"/>
            <a:ext cx="8911297" cy="70567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94259" y="1555371"/>
            <a:ext cx="4251314" cy="46085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5159018" y="1555371"/>
            <a:ext cx="4246539" cy="46085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8314677" y="914501"/>
            <a:ext cx="848139" cy="5029754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742852" y="914501"/>
            <a:ext cx="7448990" cy="5029754"/>
          </a:xfrm>
        </p:spPr>
        <p:txBody>
          <a:bodyPr vert="eaVert" lIns="46800" tIns="46800" rIns="46800" bIns="46800"/>
          <a:lstStyle>
            <a:lvl1pPr marL="229235" indent="-229235">
              <a:spcAft>
                <a:spcPts val="1000"/>
              </a:spcAft>
              <a:defRPr spc="300"/>
            </a:lvl1pPr>
            <a:lvl2pPr marL="685800" indent="-229235">
              <a:defRPr spc="300"/>
            </a:lvl2pPr>
            <a:lvl3pPr marL="1143000" indent="-229235">
              <a:defRPr spc="300"/>
            </a:lvl3pPr>
            <a:lvl4pPr marL="1600200" indent="-229235">
              <a:defRPr spc="300"/>
            </a:lvl4pPr>
            <a:lvl5pPr marL="2057400" indent="-22923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94259" y="774086"/>
            <a:ext cx="8914222" cy="548340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973897" y="2484273"/>
            <a:ext cx="7960799" cy="101891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973897" y="3560792"/>
            <a:ext cx="7960799" cy="471652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39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973897" y="914501"/>
            <a:ext cx="7960799" cy="2570683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973897" y="3560792"/>
            <a:ext cx="7960799" cy="1472562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395" spc="2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5"/>
            </a:lvl3pPr>
            <a:lvl4pPr marL="1372235" indent="0" algn="ctr">
              <a:buNone/>
              <a:defRPr sz="1600"/>
            </a:lvl4pPr>
            <a:lvl5pPr marL="1829435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94259" y="608467"/>
            <a:ext cx="8911297" cy="70567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94259" y="1490564"/>
            <a:ext cx="8911297" cy="4759724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617311" y="3848824"/>
            <a:ext cx="6311315" cy="76688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617311" y="4615709"/>
            <a:ext cx="6311315" cy="86769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2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94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94259" y="608467"/>
            <a:ext cx="8911297" cy="70567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94259" y="1501365"/>
            <a:ext cx="4205594" cy="4748922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208736" y="1501365"/>
            <a:ext cx="4205594" cy="4748922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94259" y="608467"/>
            <a:ext cx="8911297" cy="70567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94259" y="1429357"/>
            <a:ext cx="4340126" cy="381641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3765" indent="0">
              <a:buNone/>
              <a:defRPr sz="1805" b="1"/>
            </a:lvl3pPr>
            <a:lvl4pPr marL="1372235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94259" y="1854204"/>
            <a:ext cx="4340126" cy="439608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5065877" y="1421886"/>
            <a:ext cx="4340126" cy="381641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3765" indent="0">
              <a:buNone/>
              <a:defRPr sz="1805" b="1"/>
            </a:lvl3pPr>
            <a:lvl4pPr marL="1372235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5065877" y="1854204"/>
            <a:ext cx="4340126" cy="439608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94259" y="608467"/>
            <a:ext cx="8911297" cy="70567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94259" y="1555371"/>
            <a:ext cx="4251314" cy="46085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5159018" y="1555371"/>
            <a:ext cx="4246539" cy="46085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8314677" y="914501"/>
            <a:ext cx="848139" cy="5029754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742852" y="914501"/>
            <a:ext cx="7448990" cy="5029754"/>
          </a:xfrm>
        </p:spPr>
        <p:txBody>
          <a:bodyPr vert="eaVert" lIns="46800" tIns="46800" rIns="46800" bIns="46800"/>
          <a:lstStyle>
            <a:lvl1pPr marL="229235" indent="-229235">
              <a:spcAft>
                <a:spcPts val="1000"/>
              </a:spcAft>
              <a:defRPr spc="300"/>
            </a:lvl1pPr>
            <a:lvl2pPr marL="685800" indent="-229235">
              <a:defRPr spc="300"/>
            </a:lvl2pPr>
            <a:lvl3pPr marL="1143000" indent="-229235">
              <a:defRPr spc="300"/>
            </a:lvl3pPr>
            <a:lvl4pPr marL="1600200" indent="-229235">
              <a:defRPr spc="300"/>
            </a:lvl4pPr>
            <a:lvl5pPr marL="2057400" indent="-22923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94259" y="774086"/>
            <a:ext cx="8914222" cy="548340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973897" y="2484273"/>
            <a:ext cx="7960799" cy="101891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973897" y="3560792"/>
            <a:ext cx="7960799" cy="471652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39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94259" y="608467"/>
            <a:ext cx="8911297" cy="705678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494259" y="1490564"/>
            <a:ext cx="8911297" cy="4759724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497184" y="6315095"/>
            <a:ext cx="2193460" cy="316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343807" y="6315095"/>
            <a:ext cx="3217075" cy="316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7212097" y="6315095"/>
            <a:ext cx="2193460" cy="316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3765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9235" indent="-229235" algn="l" defTabSz="91376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9235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9235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9235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3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9235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3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5235" indent="-229235" algn="l" defTabSz="913765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9235" algn="l" defTabSz="913765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9235" algn="l" defTabSz="913765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9235" algn="l" defTabSz="913765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2235" algn="l" defTabSz="913765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3765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3765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94259" y="608467"/>
            <a:ext cx="8911297" cy="705678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494259" y="1490564"/>
            <a:ext cx="8911297" cy="4759724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497184" y="6315095"/>
            <a:ext cx="2193460" cy="316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343807" y="6315095"/>
            <a:ext cx="3217075" cy="316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7212097" y="6315095"/>
            <a:ext cx="2193460" cy="316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3765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9235" indent="-229235" algn="l" defTabSz="91376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9235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9235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9235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3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9235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3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5235" indent="-229235" algn="l" defTabSz="913765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9235" algn="l" defTabSz="913765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9235" algn="l" defTabSz="913765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9235" algn="l" defTabSz="913765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2235" algn="l" defTabSz="913765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3765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3765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tags" Target="../tags/tag134.xml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2" Type="http://schemas.openxmlformats.org/officeDocument/2006/relationships/slideLayout" Target="../slideLayouts/slideLayout2.xml"/><Relationship Id="rId31" Type="http://schemas.openxmlformats.org/officeDocument/2006/relationships/tags" Target="../tags/tag157.xml"/><Relationship Id="rId30" Type="http://schemas.openxmlformats.org/officeDocument/2006/relationships/tags" Target="../tags/tag156.xml"/><Relationship Id="rId3" Type="http://schemas.openxmlformats.org/officeDocument/2006/relationships/tags" Target="../tags/tag129.xml"/><Relationship Id="rId29" Type="http://schemas.openxmlformats.org/officeDocument/2006/relationships/tags" Target="../tags/tag155.xml"/><Relationship Id="rId28" Type="http://schemas.openxmlformats.org/officeDocument/2006/relationships/tags" Target="../tags/tag154.xml"/><Relationship Id="rId27" Type="http://schemas.openxmlformats.org/officeDocument/2006/relationships/tags" Target="../tags/tag153.xml"/><Relationship Id="rId26" Type="http://schemas.openxmlformats.org/officeDocument/2006/relationships/tags" Target="../tags/tag152.xml"/><Relationship Id="rId25" Type="http://schemas.openxmlformats.org/officeDocument/2006/relationships/tags" Target="../tags/tag151.xml"/><Relationship Id="rId24" Type="http://schemas.openxmlformats.org/officeDocument/2006/relationships/tags" Target="../tags/tag150.xml"/><Relationship Id="rId23" Type="http://schemas.openxmlformats.org/officeDocument/2006/relationships/tags" Target="../tags/tag149.xml"/><Relationship Id="rId22" Type="http://schemas.openxmlformats.org/officeDocument/2006/relationships/tags" Target="../tags/tag148.xml"/><Relationship Id="rId21" Type="http://schemas.openxmlformats.org/officeDocument/2006/relationships/tags" Target="../tags/tag147.xml"/><Relationship Id="rId20" Type="http://schemas.openxmlformats.org/officeDocument/2006/relationships/tags" Target="../tags/tag146.xml"/><Relationship Id="rId2" Type="http://schemas.openxmlformats.org/officeDocument/2006/relationships/tags" Target="../tags/tag128.xml"/><Relationship Id="rId19" Type="http://schemas.openxmlformats.org/officeDocument/2006/relationships/tags" Target="../tags/tag145.xml"/><Relationship Id="rId18" Type="http://schemas.openxmlformats.org/officeDocument/2006/relationships/tags" Target="../tags/tag144.xml"/><Relationship Id="rId17" Type="http://schemas.openxmlformats.org/officeDocument/2006/relationships/tags" Target="../tags/tag143.xml"/><Relationship Id="rId16" Type="http://schemas.openxmlformats.org/officeDocument/2006/relationships/tags" Target="../tags/tag142.xml"/><Relationship Id="rId15" Type="http://schemas.openxmlformats.org/officeDocument/2006/relationships/tags" Target="../tags/tag141.xml"/><Relationship Id="rId14" Type="http://schemas.openxmlformats.org/officeDocument/2006/relationships/tags" Target="../tags/tag140.xml"/><Relationship Id="rId13" Type="http://schemas.openxmlformats.org/officeDocument/2006/relationships/tags" Target="../tags/tag139.xml"/><Relationship Id="rId12" Type="http://schemas.openxmlformats.org/officeDocument/2006/relationships/tags" Target="../tags/tag138.xml"/><Relationship Id="rId11" Type="http://schemas.openxmlformats.org/officeDocument/2006/relationships/tags" Target="../tags/tag137.xml"/><Relationship Id="rId10" Type="http://schemas.openxmlformats.org/officeDocument/2006/relationships/tags" Target="../tags/tag136.xml"/><Relationship Id="rId1" Type="http://schemas.openxmlformats.org/officeDocument/2006/relationships/tags" Target="../tags/tag1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58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59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60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1717176" y="176632"/>
            <a:ext cx="4963440" cy="5069903"/>
            <a:chOff x="241" y="219"/>
            <a:chExt cx="6154" cy="6286"/>
          </a:xfrm>
        </p:grpSpPr>
        <p:sp>
          <p:nvSpPr>
            <p:cNvPr id="4" name="文本框 3"/>
            <p:cNvSpPr txBox="1"/>
            <p:nvPr/>
          </p:nvSpPr>
          <p:spPr>
            <a:xfrm>
              <a:off x="241" y="219"/>
              <a:ext cx="6047" cy="628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9145" b="1">
                  <a:solidFill>
                    <a:schemeClr val="tx1"/>
                  </a:solidFill>
                </a:rPr>
                <a:t>BUILT </a:t>
              </a:r>
              <a:endParaRPr lang="en-US" altLang="zh-CN" sz="9145" b="1">
                <a:solidFill>
                  <a:schemeClr val="tx1"/>
                </a:solidFill>
              </a:endParaRPr>
            </a:p>
            <a:p>
              <a:r>
                <a:rPr lang="en-US" altLang="zh-CN" sz="9145" b="1">
                  <a:solidFill>
                    <a:srgbClr val="00B0F0"/>
                  </a:solidFill>
                </a:rPr>
                <a:t>TO</a:t>
              </a:r>
              <a:endParaRPr lang="en-US" altLang="zh-CN" sz="9145" b="1">
                <a:solidFill>
                  <a:srgbClr val="00B0F0"/>
                </a:solidFill>
              </a:endParaRPr>
            </a:p>
            <a:p>
              <a:r>
                <a:rPr lang="en-US" altLang="zh-CN" sz="9145" b="1">
                  <a:solidFill>
                    <a:schemeClr val="tx1"/>
                  </a:solidFill>
                </a:rPr>
                <a:t>DAWN</a:t>
              </a:r>
              <a:endParaRPr lang="en-US" altLang="zh-CN" sz="9145" b="1">
                <a:solidFill>
                  <a:schemeClr val="tx1"/>
                </a:solidFill>
              </a:endParaRPr>
            </a:p>
            <a:p>
              <a:r>
                <a:rPr lang="en-US" altLang="zh-CN" sz="3050" b="1">
                  <a:solidFill>
                    <a:srgbClr val="172A88"/>
                  </a:solidFill>
                </a:rPr>
                <a:t> </a:t>
              </a:r>
              <a:r>
                <a:rPr lang="en-US" altLang="zh-CN" sz="1525" b="1">
                  <a:solidFill>
                    <a:srgbClr val="172A88"/>
                  </a:solidFill>
                </a:rPr>
                <a:t>KEEP </a:t>
              </a:r>
              <a:r>
                <a:rPr lang="en-US" altLang="zh-CN" sz="1525" b="1">
                  <a:solidFill>
                    <a:srgbClr val="0E1A55"/>
                  </a:solidFill>
                </a:rPr>
                <a:t>BUILDING</a:t>
              </a:r>
              <a:r>
                <a:rPr lang="en-US" altLang="en-US" sz="1270" b="1">
                  <a:solidFill>
                    <a:srgbClr val="00B0F0"/>
                  </a:solidFill>
                </a:rPr>
                <a:t>█</a:t>
              </a:r>
              <a:r>
                <a:rPr lang="en-US" altLang="en-US" sz="1270" b="1"/>
                <a:t>  Design by                              </a:t>
              </a:r>
              <a:r>
                <a:rPr lang="en-US" altLang="en-US" sz="1270" b="1">
                  <a:solidFill>
                    <a:srgbClr val="00B0F0"/>
                  </a:solidFill>
                </a:rPr>
                <a:t>in CIT </a:t>
              </a:r>
              <a:endParaRPr lang="en-US" altLang="en-US" sz="1270" b="1">
                <a:solidFill>
                  <a:srgbClr val="00B0F0"/>
                </a:solidFill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478" y="6208"/>
              <a:ext cx="5435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9" name="图片 8" descr="常州工ing NEC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709" y="5633"/>
              <a:ext cx="1507" cy="508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4045" y="6041"/>
              <a:ext cx="1485" cy="1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285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005" y="5881"/>
              <a:ext cx="2391" cy="38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marL="0" indent="0"/>
              <a:r>
                <a:rPr lang="en-US" altLang="zh-CN" sz="1015" b="1" i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newenergycoder.club</a:t>
              </a:r>
              <a:endParaRPr lang="en-US" altLang="zh-CN" sz="1015" b="1" i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1523765" y="-1094"/>
            <a:ext cx="6856127" cy="6859176"/>
            <a:chOff x="56" y="49"/>
            <a:chExt cx="6558" cy="6561"/>
          </a:xfrm>
        </p:grpSpPr>
        <p:sp>
          <p:nvSpPr>
            <p:cNvPr id="4" name="文本框 3"/>
            <p:cNvSpPr txBox="1"/>
            <p:nvPr/>
          </p:nvSpPr>
          <p:spPr>
            <a:xfrm>
              <a:off x="56" y="49"/>
              <a:ext cx="6558" cy="65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1175" b="1">
                  <a:solidFill>
                    <a:schemeClr val="tx1"/>
                  </a:solidFill>
                </a:rPr>
                <a:t>BUILT </a:t>
              </a:r>
              <a:endParaRPr lang="en-US" altLang="zh-CN" sz="11175" b="1">
                <a:solidFill>
                  <a:schemeClr val="tx1"/>
                </a:solidFill>
              </a:endParaRPr>
            </a:p>
            <a:p>
              <a:r>
                <a:rPr lang="en-US" altLang="zh-CN" sz="11175" b="1">
                  <a:solidFill>
                    <a:srgbClr val="00B0F0"/>
                  </a:solidFill>
                </a:rPr>
                <a:t>TO</a:t>
              </a:r>
              <a:endParaRPr lang="en-US" altLang="zh-CN" sz="11175" b="1">
                <a:solidFill>
                  <a:srgbClr val="00B0F0"/>
                </a:solidFill>
              </a:endParaRPr>
            </a:p>
            <a:p>
              <a:r>
                <a:rPr lang="en-US" altLang="zh-CN" sz="11175" b="1">
                  <a:solidFill>
                    <a:schemeClr val="tx1"/>
                  </a:solidFill>
                </a:rPr>
                <a:t>DAWN</a:t>
              </a:r>
              <a:endParaRPr lang="en-US" altLang="zh-CN" sz="11175" b="1">
                <a:solidFill>
                  <a:schemeClr val="tx1"/>
                </a:solidFill>
              </a:endParaRPr>
            </a:p>
            <a:p>
              <a:r>
                <a:rPr lang="en-US" altLang="zh-CN" sz="4065" b="1">
                  <a:solidFill>
                    <a:srgbClr val="172A88"/>
                  </a:solidFill>
                </a:rPr>
                <a:t> </a:t>
              </a:r>
              <a:r>
                <a:rPr lang="en-US" altLang="zh-CN" sz="2030" b="1">
                  <a:solidFill>
                    <a:srgbClr val="172A88"/>
                  </a:solidFill>
                </a:rPr>
                <a:t>KEEP </a:t>
              </a:r>
              <a:r>
                <a:rPr lang="en-US" altLang="zh-CN" sz="2030" b="1">
                  <a:solidFill>
                    <a:srgbClr val="0E1A55"/>
                  </a:solidFill>
                </a:rPr>
                <a:t>BUILDING</a:t>
              </a:r>
              <a:r>
                <a:rPr lang="en-US" altLang="en-US" sz="1780" b="1">
                  <a:solidFill>
                    <a:srgbClr val="00B0F0"/>
                  </a:solidFill>
                </a:rPr>
                <a:t>█</a:t>
              </a:r>
              <a:r>
                <a:rPr lang="en-US" altLang="en-US" sz="1780" b="1"/>
                <a:t>  Design by                              </a:t>
              </a:r>
              <a:r>
                <a:rPr lang="en-US" altLang="en-US" sz="1780" b="1">
                  <a:solidFill>
                    <a:srgbClr val="00B0F0"/>
                  </a:solidFill>
                </a:rPr>
                <a:t>in CIT </a:t>
              </a:r>
              <a:endParaRPr lang="en-US" altLang="en-US" sz="1780" b="1">
                <a:solidFill>
                  <a:srgbClr val="00B0F0"/>
                </a:solidFill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478" y="5791"/>
              <a:ext cx="5435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9" name="图片 8" descr="常州工ing NEC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704" y="5161"/>
              <a:ext cx="1507" cy="508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4065" y="5548"/>
              <a:ext cx="1485" cy="1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305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025" y="5455"/>
              <a:ext cx="2391" cy="38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marL="0" indent="0"/>
              <a:r>
                <a:rPr lang="en-US" altLang="zh-CN" sz="1270" b="1" i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newenergycoder.club</a:t>
              </a:r>
              <a:endParaRPr lang="en-US" altLang="zh-CN" sz="1270" b="1" i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b="1"/>
              <a:t>NEC</a:t>
            </a:r>
            <a:r>
              <a:rPr lang="zh-CN" altLang="en-US" b="1"/>
              <a:t>架构图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94030" y="5668010"/>
            <a:ext cx="8911590" cy="420370"/>
          </a:xfrm>
          <a:solidFill>
            <a:srgbClr val="00B0F0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lnSpcReduction="20000"/>
          </a:bodyPr>
          <a:p>
            <a:pPr marL="0" indent="0" algn="ctr">
              <a:buNone/>
            </a:pPr>
            <a:r>
              <a:rPr lang="en-US" altLang="zh-CN" b="1"/>
              <a:t>NEC-Claw</a:t>
            </a:r>
            <a:endParaRPr lang="en-US" altLang="zh-CN" b="1"/>
          </a:p>
        </p:txBody>
      </p:sp>
      <p:sp>
        <p:nvSpPr>
          <p:cNvPr id="5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94030" y="5095240"/>
            <a:ext cx="2160000" cy="42037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>
            <a:normAutofit lnSpcReduction="20000"/>
          </a:bodyPr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b="1"/>
              <a:t>Gitee/Github</a:t>
            </a:r>
            <a:endParaRPr lang="en-US" altLang="zh-CN" b="1"/>
          </a:p>
        </p:txBody>
      </p:sp>
      <p:sp>
        <p:nvSpPr>
          <p:cNvPr id="6" name="内容占位符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743565" y="5095240"/>
            <a:ext cx="2159635" cy="42037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>
            <a:normAutofit lnSpcReduction="20000"/>
          </a:bodyPr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b="1"/>
              <a:t>WeChat</a:t>
            </a:r>
            <a:endParaRPr lang="en-US" altLang="zh-CN" b="1"/>
          </a:p>
        </p:txBody>
      </p:sp>
      <p:sp>
        <p:nvSpPr>
          <p:cNvPr id="7" name="内容占位符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992735" y="5095240"/>
            <a:ext cx="2159635" cy="42037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>
            <a:normAutofit lnSpcReduction="20000"/>
          </a:bodyPr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b="1"/>
              <a:t>Feis</a:t>
            </a:r>
            <a:r>
              <a:rPr lang="en-US" altLang="zh-CN" b="1"/>
              <a:t>hu</a:t>
            </a:r>
            <a:endParaRPr lang="en-US" altLang="zh-CN" b="1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94030" y="4590415"/>
            <a:ext cx="2719070" cy="42037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>
            <a:normAutofit lnSpcReduction="20000"/>
          </a:bodyPr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b="1"/>
              <a:t>NEC </a:t>
            </a:r>
            <a:r>
              <a:rPr lang="zh-CN" altLang="en-US" b="1"/>
              <a:t>开发者</a:t>
            </a:r>
            <a:r>
              <a:rPr lang="zh-CN" altLang="en-US" b="1"/>
              <a:t>社群</a:t>
            </a:r>
            <a:endParaRPr lang="zh-CN" altLang="en-US" b="1"/>
          </a:p>
        </p:txBody>
      </p:sp>
      <p:sp>
        <p:nvSpPr>
          <p:cNvPr id="8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241905" y="5095240"/>
            <a:ext cx="2159635" cy="42037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>
            <a:normAutofit lnSpcReduction="20000"/>
          </a:bodyPr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b="1"/>
              <a:t>QQ</a:t>
            </a:r>
            <a:endParaRPr lang="en-US" altLang="zh-CN" b="1"/>
          </a:p>
        </p:txBody>
      </p:sp>
      <p:sp>
        <p:nvSpPr>
          <p:cNvPr id="11" name="内容占位符 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270250" y="4590415"/>
            <a:ext cx="1584960" cy="42037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>
            <a:normAutofit fontScale="90000"/>
          </a:bodyPr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/>
              <a:t>萝马</a:t>
            </a:r>
            <a:r>
              <a:rPr lang="zh-CN" altLang="en-US" b="1"/>
              <a:t>车圈</a:t>
            </a:r>
            <a:endParaRPr lang="zh-CN" altLang="en-US" b="1"/>
          </a:p>
        </p:txBody>
      </p:sp>
      <p:sp>
        <p:nvSpPr>
          <p:cNvPr id="12" name="内容占位符 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912360" y="4590415"/>
            <a:ext cx="1079500" cy="42037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>
            <a:normAutofit fontScale="90000"/>
          </a:bodyPr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/>
              <a:t>全员</a:t>
            </a:r>
            <a:r>
              <a:rPr lang="zh-CN" altLang="en-US" b="1"/>
              <a:t>群</a:t>
            </a:r>
            <a:endParaRPr lang="zh-CN" altLang="en-US" b="1"/>
          </a:p>
        </p:txBody>
      </p:sp>
      <p:sp>
        <p:nvSpPr>
          <p:cNvPr id="13" name="内容占位符 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185660" y="4590415"/>
            <a:ext cx="1079500" cy="42037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>
            <a:normAutofit fontScale="90000"/>
          </a:bodyPr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b="1"/>
              <a:t>NEC</a:t>
            </a:r>
            <a:r>
              <a:rPr lang="zh-CN" altLang="en-US" b="1"/>
              <a:t>群</a:t>
            </a:r>
            <a:endParaRPr lang="zh-CN" altLang="en-US" b="1"/>
          </a:p>
        </p:txBody>
      </p:sp>
      <p:sp>
        <p:nvSpPr>
          <p:cNvPr id="14" name="内容占位符 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322310" y="4590415"/>
            <a:ext cx="1079500" cy="42037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>
            <a:normAutofit fontScale="90000"/>
          </a:bodyPr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b="1"/>
              <a:t>A416</a:t>
            </a:r>
            <a:r>
              <a:rPr lang="zh-CN" altLang="en-US" b="1"/>
              <a:t>群</a:t>
            </a:r>
            <a:endParaRPr lang="zh-CN" altLang="en-US" b="1"/>
          </a:p>
        </p:txBody>
      </p:sp>
      <p:sp>
        <p:nvSpPr>
          <p:cNvPr id="15" name="内容占位符 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049010" y="4590415"/>
            <a:ext cx="1079500" cy="42037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>
            <a:normAutofit fontScale="90000"/>
          </a:bodyPr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/>
              <a:t>项目群</a:t>
            </a:r>
            <a:endParaRPr lang="zh-CN" altLang="en-US" b="1"/>
          </a:p>
        </p:txBody>
      </p:sp>
      <p:sp>
        <p:nvSpPr>
          <p:cNvPr id="10" name="内容占位符 2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1828800" y="4085590"/>
            <a:ext cx="3883025" cy="42037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>
            <a:normAutofit lnSpcReduction="20000"/>
          </a:bodyPr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/>
              <a:t>常州工</a:t>
            </a:r>
            <a:r>
              <a:rPr lang="en-US" altLang="zh-CN" b="1"/>
              <a:t>NEC-ROBOCON</a:t>
            </a:r>
            <a:r>
              <a:rPr lang="zh-CN" altLang="en-US" b="1"/>
              <a:t>战队</a:t>
            </a:r>
            <a:endParaRPr lang="zh-CN" altLang="en-US" b="1"/>
          </a:p>
        </p:txBody>
      </p:sp>
      <p:sp>
        <p:nvSpPr>
          <p:cNvPr id="16" name="内容占位符 2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494030" y="4085590"/>
            <a:ext cx="1253490" cy="42037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>
            <a:normAutofit fontScale="90000"/>
          </a:bodyPr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/>
              <a:t>开发者</a:t>
            </a:r>
            <a:endParaRPr lang="zh-CN" altLang="en-US" b="1"/>
          </a:p>
        </p:txBody>
      </p:sp>
      <p:sp>
        <p:nvSpPr>
          <p:cNvPr id="17" name="内容占位符 2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5793105" y="4085590"/>
            <a:ext cx="1312545" cy="42037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>
            <a:normAutofit fontScale="90000"/>
          </a:bodyPr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/>
              <a:t>合作需求</a:t>
            </a:r>
            <a:r>
              <a:rPr lang="zh-CN" altLang="en-US" b="1"/>
              <a:t>方</a:t>
            </a:r>
            <a:endParaRPr lang="zh-CN" altLang="en-US" b="1"/>
          </a:p>
        </p:txBody>
      </p:sp>
      <p:sp>
        <p:nvSpPr>
          <p:cNvPr id="18" name="内容占位符 2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7186930" y="4085590"/>
            <a:ext cx="1225550" cy="42037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>
            <a:normAutofit fontScale="90000"/>
          </a:bodyPr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b="1"/>
              <a:t>Sponsor</a:t>
            </a:r>
            <a:endParaRPr lang="en-US" altLang="zh-CN" b="1"/>
          </a:p>
        </p:txBody>
      </p:sp>
      <p:sp>
        <p:nvSpPr>
          <p:cNvPr id="19" name="内容占位符 2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8493760" y="4085590"/>
            <a:ext cx="908050" cy="42037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>
            <a:normAutofit fontScale="90000"/>
          </a:bodyPr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/>
              <a:t>线下</a:t>
            </a:r>
            <a:r>
              <a:rPr lang="zh-CN" altLang="en-US" b="1"/>
              <a:t>群</a:t>
            </a:r>
            <a:endParaRPr lang="zh-CN" altLang="en-US" b="1"/>
          </a:p>
        </p:txBody>
      </p:sp>
      <p:sp>
        <p:nvSpPr>
          <p:cNvPr id="21" name="内容占位符 2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2745470" y="3580765"/>
            <a:ext cx="2159635" cy="42037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 anchor="b" anchorCtr="0">
            <a:normAutofit lnSpcReduction="20000"/>
          </a:bodyPr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/>
              <a:t>机构</a:t>
            </a:r>
            <a:r>
              <a:rPr lang="en-US" altLang="zh-CN" b="1"/>
              <a:t>SIG</a:t>
            </a:r>
            <a:endParaRPr lang="en-US" altLang="zh-CN" b="1"/>
          </a:p>
        </p:txBody>
      </p:sp>
      <p:sp>
        <p:nvSpPr>
          <p:cNvPr id="22" name="内容占位符 2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4992735" y="3580765"/>
            <a:ext cx="2159635" cy="42037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 anchor="b" anchorCtr="0"/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10" b="1"/>
              <a:t>视觉</a:t>
            </a:r>
            <a:r>
              <a:rPr lang="en-US" altLang="zh-CN" sz="1810" b="1"/>
              <a:t>SIG</a:t>
            </a:r>
            <a:endParaRPr lang="en-US" altLang="zh-CN" sz="1810" b="1"/>
          </a:p>
        </p:txBody>
      </p:sp>
      <p:sp>
        <p:nvSpPr>
          <p:cNvPr id="23" name="内容占位符 2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497840" y="3580765"/>
            <a:ext cx="2160000" cy="42037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 anchor="b" anchorCtr="0"/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10" b="1"/>
              <a:t>运营</a:t>
            </a:r>
            <a:r>
              <a:rPr lang="en-US" altLang="zh-CN" sz="1810" b="1"/>
              <a:t>SIG</a:t>
            </a:r>
            <a:endParaRPr lang="en-US" altLang="zh-CN" sz="1810" b="1"/>
          </a:p>
        </p:txBody>
      </p:sp>
      <p:sp>
        <p:nvSpPr>
          <p:cNvPr id="24" name="内容占位符 2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497840" y="3075940"/>
            <a:ext cx="1080000" cy="42037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 anchor="b" anchorCtr="0"/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10" b="1"/>
              <a:t>产品</a:t>
            </a:r>
            <a:r>
              <a:rPr lang="zh-CN" altLang="en-US" sz="1810" b="1"/>
              <a:t>组</a:t>
            </a:r>
            <a:endParaRPr lang="zh-CN" altLang="en-US" sz="1810" b="1"/>
          </a:p>
        </p:txBody>
      </p:sp>
      <p:sp>
        <p:nvSpPr>
          <p:cNvPr id="25" name="内容占位符 2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1570855" y="3075940"/>
            <a:ext cx="935990" cy="42037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 anchor="b" anchorCtr="0"/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10" b="1"/>
              <a:t>运营</a:t>
            </a:r>
            <a:endParaRPr lang="zh-CN" altLang="en-US" sz="1810" b="1"/>
          </a:p>
        </p:txBody>
      </p:sp>
      <p:sp>
        <p:nvSpPr>
          <p:cNvPr id="26" name="内容占位符 2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2499860" y="3075940"/>
            <a:ext cx="935990" cy="42037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 anchor="b" anchorCtr="0"/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10" b="1"/>
              <a:t>机械</a:t>
            </a:r>
            <a:endParaRPr lang="zh-CN" altLang="en-US" sz="1810" b="1"/>
          </a:p>
        </p:txBody>
      </p:sp>
      <p:sp>
        <p:nvSpPr>
          <p:cNvPr id="27" name="内容占位符 2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3428865" y="3075940"/>
            <a:ext cx="935990" cy="42037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 anchor="b" anchorCtr="0"/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10" b="1"/>
              <a:t>电控</a:t>
            </a:r>
            <a:endParaRPr lang="zh-CN" altLang="en-US" sz="1810" b="1"/>
          </a:p>
        </p:txBody>
      </p:sp>
      <p:sp>
        <p:nvSpPr>
          <p:cNvPr id="28" name="内容占位符 2"/>
          <p:cNvSpPr>
            <a:spLocks noGrp="1"/>
          </p:cNvSpPr>
          <p:nvPr>
            <p:custDataLst>
              <p:tags r:id="rId25"/>
            </p:custDataLst>
          </p:nvPr>
        </p:nvSpPr>
        <p:spPr>
          <a:xfrm>
            <a:off x="4357870" y="3075940"/>
            <a:ext cx="935990" cy="42037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 anchor="b" anchorCtr="0"/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10" b="1"/>
              <a:t>硬件</a:t>
            </a:r>
            <a:endParaRPr lang="zh-CN" altLang="en-US" sz="1810" b="1"/>
          </a:p>
        </p:txBody>
      </p:sp>
      <p:sp>
        <p:nvSpPr>
          <p:cNvPr id="29" name="内容占位符 2"/>
          <p:cNvSpPr>
            <a:spLocks noGrp="1"/>
          </p:cNvSpPr>
          <p:nvPr>
            <p:custDataLst>
              <p:tags r:id="rId26"/>
            </p:custDataLst>
          </p:nvPr>
        </p:nvSpPr>
        <p:spPr>
          <a:xfrm>
            <a:off x="6215880" y="3075940"/>
            <a:ext cx="935990" cy="42037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 anchor="b" anchorCtr="0"/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10" b="1"/>
              <a:t>视觉</a:t>
            </a:r>
            <a:endParaRPr lang="zh-CN" altLang="en-US" sz="1810" b="1"/>
          </a:p>
        </p:txBody>
      </p:sp>
      <p:sp>
        <p:nvSpPr>
          <p:cNvPr id="30" name="内容占位符 2"/>
          <p:cNvSpPr>
            <a:spLocks noGrp="1"/>
          </p:cNvSpPr>
          <p:nvPr>
            <p:custDataLst>
              <p:tags r:id="rId27"/>
            </p:custDataLst>
          </p:nvPr>
        </p:nvSpPr>
        <p:spPr>
          <a:xfrm>
            <a:off x="7240000" y="3580765"/>
            <a:ext cx="2159635" cy="42037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>
            <a:normAutofit fontScale="90000"/>
          </a:bodyPr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b="1"/>
              <a:t>CURC-</a:t>
            </a:r>
            <a:r>
              <a:rPr lang="en-US" altLang="zh-CN" b="1"/>
              <a:t>ROBOCON</a:t>
            </a:r>
            <a:endParaRPr lang="en-US" altLang="zh-CN" b="1"/>
          </a:p>
        </p:txBody>
      </p:sp>
      <p:sp>
        <p:nvSpPr>
          <p:cNvPr id="31" name="内容占位符 2"/>
          <p:cNvSpPr>
            <a:spLocks noGrp="1"/>
          </p:cNvSpPr>
          <p:nvPr>
            <p:custDataLst>
              <p:tags r:id="rId28"/>
            </p:custDataLst>
          </p:nvPr>
        </p:nvSpPr>
        <p:spPr>
          <a:xfrm>
            <a:off x="7187565" y="3075940"/>
            <a:ext cx="850265" cy="42037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>
            <a:normAutofit fontScale="90000"/>
          </a:bodyPr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b="1"/>
              <a:t>Rcer</a:t>
            </a:r>
            <a:endParaRPr lang="zh-CN" altLang="en-US" b="1"/>
          </a:p>
        </p:txBody>
      </p:sp>
      <p:sp>
        <p:nvSpPr>
          <p:cNvPr id="32" name="内容占位符 2"/>
          <p:cNvSpPr>
            <a:spLocks noGrp="1"/>
          </p:cNvSpPr>
          <p:nvPr>
            <p:custDataLst>
              <p:tags r:id="rId29"/>
            </p:custDataLst>
          </p:nvPr>
        </p:nvSpPr>
        <p:spPr>
          <a:xfrm>
            <a:off x="8075295" y="3075940"/>
            <a:ext cx="1329055" cy="42037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>
            <a:normAutofit fontScale="90000"/>
          </a:bodyPr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/>
              <a:t>开源项目</a:t>
            </a:r>
            <a:r>
              <a:rPr lang="zh-CN" altLang="en-US" b="1"/>
              <a:t>群</a:t>
            </a:r>
            <a:endParaRPr lang="zh-CN" altLang="en-US" b="1"/>
          </a:p>
        </p:txBody>
      </p:sp>
      <p:sp>
        <p:nvSpPr>
          <p:cNvPr id="37" name="内容占位符 2"/>
          <p:cNvSpPr>
            <a:spLocks noGrp="1"/>
          </p:cNvSpPr>
          <p:nvPr>
            <p:custDataLst>
              <p:tags r:id="rId30"/>
            </p:custDataLst>
          </p:nvPr>
        </p:nvSpPr>
        <p:spPr>
          <a:xfrm>
            <a:off x="5286875" y="3075940"/>
            <a:ext cx="935990" cy="42037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0000" tIns="46800" rIns="90000" bIns="46800" rtlCol="0" anchor="b" anchorCtr="0"/>
          <a:lstStyle>
            <a:lvl1pPr marL="229235" indent="-229235" algn="l" defTabSz="9137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9235" algn="l" defTabSz="913765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95" u="none" strike="noStrike" kern="1200" cap="none" spc="150" normalizeH="0" baseline="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5152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24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635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9235" algn="l" defTabSz="913765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10" b="1"/>
              <a:t>场务</a:t>
            </a:r>
            <a:endParaRPr lang="zh-CN" altLang="en-US" sz="1810" b="1"/>
          </a:p>
        </p:txBody>
      </p:sp>
    </p:spTree>
    <p:custDataLst>
      <p:tags r:id="rId3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440669" y="363767"/>
            <a:ext cx="9462458" cy="5994592"/>
            <a:chOff x="-980" y="398"/>
            <a:chExt cx="9051" cy="5734"/>
          </a:xfrm>
        </p:grpSpPr>
        <p:sp>
          <p:nvSpPr>
            <p:cNvPr id="4" name="文本框 3"/>
            <p:cNvSpPr txBox="1"/>
            <p:nvPr/>
          </p:nvSpPr>
          <p:spPr>
            <a:xfrm>
              <a:off x="-980" y="398"/>
              <a:ext cx="9051" cy="57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1175" b="1">
                  <a:solidFill>
                    <a:srgbClr val="00B0F0"/>
                  </a:solidFill>
                  <a:sym typeface="+mn-ea"/>
                </a:rPr>
                <a:t>Vibe</a:t>
              </a:r>
              <a:r>
                <a:rPr lang="en-US" altLang="zh-CN" sz="11175" b="1">
                  <a:solidFill>
                    <a:schemeClr val="tx1"/>
                  </a:solidFill>
                  <a:sym typeface="+mn-ea"/>
                </a:rPr>
                <a:t> coding</a:t>
              </a:r>
              <a:r>
                <a:rPr lang="en-US" altLang="zh-CN" sz="11175" b="1">
                  <a:solidFill>
                    <a:schemeClr val="tx1"/>
                  </a:solidFill>
                </a:rPr>
                <a:t> </a:t>
              </a:r>
              <a:endParaRPr lang="en-US" altLang="zh-CN" sz="11175" b="1">
                <a:solidFill>
                  <a:schemeClr val="tx1"/>
                </a:solidFill>
              </a:endParaRPr>
            </a:p>
            <a:p>
              <a:r>
                <a:rPr lang="en-US" altLang="zh-CN" sz="9600" b="1">
                  <a:solidFill>
                    <a:srgbClr val="002060"/>
                  </a:solidFill>
                </a:rPr>
                <a:t>WIN</a:t>
              </a:r>
              <a:r>
                <a:rPr lang="en-US" altLang="zh-CN" sz="9600" b="1">
                  <a:solidFill>
                    <a:schemeClr val="tx1"/>
                  </a:solidFill>
                </a:rPr>
                <a:t>+</a:t>
              </a:r>
              <a:r>
                <a:rPr lang="en-US" altLang="zh-CN" sz="9600" b="1">
                  <a:solidFill>
                    <a:srgbClr val="002060"/>
                  </a:solidFill>
                </a:rPr>
                <a:t>R</a:t>
              </a:r>
              <a:r>
                <a:rPr lang="zh-CN" altLang="en-US" sz="9600" b="1">
                  <a:solidFill>
                    <a:schemeClr val="tx1"/>
                  </a:solidFill>
                </a:rPr>
                <a:t>，</a:t>
              </a:r>
              <a:r>
                <a:rPr lang="en-US" altLang="zh-CN" sz="9600" b="1">
                  <a:solidFill>
                    <a:srgbClr val="002060"/>
                  </a:solidFill>
                </a:rPr>
                <a:t>cmd</a:t>
              </a:r>
              <a:r>
                <a:rPr lang="zh-CN" altLang="en-US" sz="9600" b="1">
                  <a:solidFill>
                    <a:schemeClr val="tx1"/>
                  </a:solidFill>
                </a:rPr>
                <a:t>，</a:t>
              </a:r>
              <a:endParaRPr lang="zh-CN" altLang="en-US" sz="9600" b="1">
                <a:solidFill>
                  <a:schemeClr val="tx1"/>
                </a:solidFill>
              </a:endParaRPr>
            </a:p>
            <a:p>
              <a:r>
                <a:rPr lang="en-US" altLang="zh-CN" sz="9600" b="1">
                  <a:solidFill>
                    <a:srgbClr val="0070C0"/>
                  </a:solidFill>
                  <a:sym typeface="+mn-ea"/>
                </a:rPr>
                <a:t>Ctrl+Alt+T</a:t>
              </a:r>
              <a:r>
                <a:rPr lang="en-US" altLang="zh-CN" sz="9600" b="1">
                  <a:sym typeface="+mn-ea"/>
                </a:rPr>
                <a:t>{</a:t>
              </a:r>
              <a:r>
                <a:rPr lang="en-US" altLang="zh-CN" sz="9600" b="1">
                  <a:solidFill>
                    <a:srgbClr val="00B0F0"/>
                  </a:solidFill>
                  <a:sym typeface="+mn-ea"/>
                </a:rPr>
                <a:t>kimi</a:t>
              </a:r>
              <a:r>
                <a:rPr lang="en-US" altLang="zh-CN" sz="9600" b="1">
                  <a:sym typeface="+mn-ea"/>
                </a:rPr>
                <a:t>}</a:t>
              </a:r>
              <a:endParaRPr lang="en-US" altLang="zh-CN" sz="9600" b="1">
                <a:solidFill>
                  <a:srgbClr val="00B0F0"/>
                </a:solidFill>
              </a:endParaRPr>
            </a:p>
            <a:p>
              <a:r>
                <a:rPr lang="en-US" altLang="zh-CN" sz="3200" b="1">
                  <a:solidFill>
                    <a:srgbClr val="172A88"/>
                  </a:solidFill>
                </a:rPr>
                <a:t>KEEP </a:t>
              </a:r>
              <a:r>
                <a:rPr lang="en-US" altLang="zh-CN" sz="3200" b="1">
                  <a:solidFill>
                    <a:srgbClr val="0E1A55"/>
                  </a:solidFill>
                </a:rPr>
                <a:t>BUILDING</a:t>
              </a:r>
              <a:r>
                <a:rPr lang="en-US" altLang="en-US" sz="2400" b="1">
                  <a:solidFill>
                    <a:srgbClr val="00B0F0"/>
                  </a:solidFill>
                </a:rPr>
                <a:t>█</a:t>
              </a:r>
              <a:r>
                <a:rPr lang="en-US" altLang="en-US" sz="2400" b="1"/>
                <a:t>  </a:t>
              </a:r>
              <a:r>
                <a:rPr lang="en-US" altLang="en-US" sz="2800" b="1"/>
                <a:t>Design by </a:t>
              </a:r>
              <a:r>
                <a:rPr lang="en-US" altLang="en-US" sz="2400" b="1"/>
                <a:t>                             </a:t>
              </a:r>
              <a:r>
                <a:rPr lang="en-US" altLang="en-US" sz="2400" b="1">
                  <a:solidFill>
                    <a:srgbClr val="00B0F0"/>
                  </a:solidFill>
                </a:rPr>
                <a:t>in CIT </a:t>
              </a:r>
              <a:endParaRPr lang="en-US" altLang="en-US" sz="2400" b="1">
                <a:solidFill>
                  <a:srgbClr val="00B0F0"/>
                </a:solidFill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-874" y="5807"/>
              <a:ext cx="8268" cy="0"/>
            </a:xfrm>
            <a:prstGeom prst="line">
              <a:avLst/>
            </a:prstGeom>
            <a:ln w="762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9" name="图片 8" descr="常州工ing NEC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188" y="5025"/>
              <a:ext cx="2226" cy="750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4681" y="5613"/>
              <a:ext cx="1849" cy="13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305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713" y="5507"/>
              <a:ext cx="1897" cy="259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marL="0" indent="0"/>
              <a:r>
                <a:rPr lang="en-US" altLang="zh-CN" sz="1270" b="1" i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newenergycoder.club</a:t>
              </a:r>
              <a:endParaRPr lang="en-US" altLang="zh-CN" sz="1270" b="1" i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440669" y="363767"/>
            <a:ext cx="9462458" cy="5994592"/>
            <a:chOff x="-980" y="398"/>
            <a:chExt cx="9051" cy="5734"/>
          </a:xfrm>
        </p:grpSpPr>
        <p:sp>
          <p:nvSpPr>
            <p:cNvPr id="4" name="文本框 3"/>
            <p:cNvSpPr txBox="1"/>
            <p:nvPr/>
          </p:nvSpPr>
          <p:spPr>
            <a:xfrm>
              <a:off x="-980" y="398"/>
              <a:ext cx="9051" cy="57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1175" b="1">
                  <a:solidFill>
                    <a:srgbClr val="00B0F0"/>
                  </a:solidFill>
                  <a:sym typeface="+mn-ea"/>
                </a:rPr>
                <a:t>WI-FI</a:t>
              </a:r>
              <a:r>
                <a:rPr lang="zh-CN" altLang="en-US" sz="11175" b="1">
                  <a:solidFill>
                    <a:srgbClr val="00B0F0"/>
                  </a:solidFill>
                  <a:sym typeface="+mn-ea"/>
                </a:rPr>
                <a:t>：</a:t>
              </a:r>
              <a:r>
                <a:rPr lang="en-US" altLang="zh-CN" sz="11175" b="1">
                  <a:solidFill>
                    <a:schemeClr val="tx1"/>
                  </a:solidFill>
                </a:rPr>
                <a:t>A416 </a:t>
              </a:r>
              <a:endParaRPr lang="en-US" altLang="zh-CN" sz="11175" b="1">
                <a:solidFill>
                  <a:schemeClr val="tx1"/>
                </a:solidFill>
              </a:endParaRPr>
            </a:p>
            <a:p>
              <a:r>
                <a:rPr lang="en-US" altLang="zh-CN" sz="11175" b="1">
                  <a:solidFill>
                    <a:schemeClr val="tx1"/>
                  </a:solidFill>
                </a:rPr>
                <a:t>{code}:</a:t>
              </a:r>
              <a:endParaRPr lang="en-US" altLang="zh-CN" sz="11175" b="1">
                <a:solidFill>
                  <a:schemeClr val="tx1"/>
                </a:solidFill>
              </a:endParaRPr>
            </a:p>
            <a:p>
              <a:r>
                <a:rPr lang="en-US" altLang="zh-CN" sz="9600" b="1">
                  <a:solidFill>
                    <a:srgbClr val="00B0F0"/>
                  </a:solidFill>
                </a:rPr>
                <a:t>A416A416A416</a:t>
              </a:r>
              <a:endParaRPr lang="en-US" altLang="zh-CN" sz="19200" b="1">
                <a:solidFill>
                  <a:srgbClr val="00B0F0"/>
                </a:solidFill>
              </a:endParaRPr>
            </a:p>
            <a:p>
              <a:r>
                <a:rPr lang="en-US" altLang="zh-CN" sz="3200" b="1">
                  <a:solidFill>
                    <a:srgbClr val="172A88"/>
                  </a:solidFill>
                </a:rPr>
                <a:t>KEEP </a:t>
              </a:r>
              <a:r>
                <a:rPr lang="en-US" altLang="zh-CN" sz="3200" b="1">
                  <a:solidFill>
                    <a:srgbClr val="0E1A55"/>
                  </a:solidFill>
                </a:rPr>
                <a:t>BUILDING</a:t>
              </a:r>
              <a:r>
                <a:rPr lang="en-US" altLang="en-US" sz="2400" b="1">
                  <a:solidFill>
                    <a:srgbClr val="00B0F0"/>
                  </a:solidFill>
                </a:rPr>
                <a:t>█</a:t>
              </a:r>
              <a:r>
                <a:rPr lang="en-US" altLang="en-US" sz="2400" b="1"/>
                <a:t>  </a:t>
              </a:r>
              <a:r>
                <a:rPr lang="en-US" altLang="en-US" sz="2800" b="1"/>
                <a:t>Design by </a:t>
              </a:r>
              <a:r>
                <a:rPr lang="en-US" altLang="en-US" sz="2400" b="1"/>
                <a:t>                             </a:t>
              </a:r>
              <a:r>
                <a:rPr lang="en-US" altLang="en-US" sz="2400" b="1">
                  <a:solidFill>
                    <a:srgbClr val="00B0F0"/>
                  </a:solidFill>
                </a:rPr>
                <a:t>in CIT </a:t>
              </a:r>
              <a:endParaRPr lang="en-US" altLang="en-US" sz="2400" b="1">
                <a:solidFill>
                  <a:srgbClr val="00B0F0"/>
                </a:solidFill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-874" y="5807"/>
              <a:ext cx="8268" cy="0"/>
            </a:xfrm>
            <a:prstGeom prst="line">
              <a:avLst/>
            </a:prstGeom>
            <a:ln w="762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9" name="图片 8" descr="常州工ing NEC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188" y="5025"/>
              <a:ext cx="2226" cy="750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4681" y="5613"/>
              <a:ext cx="1849" cy="13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305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713" y="5507"/>
              <a:ext cx="1897" cy="259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marL="0" indent="0"/>
              <a:r>
                <a:rPr lang="en-US" altLang="zh-CN" sz="1270" b="1" i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newenergycoder.club</a:t>
              </a:r>
              <a:endParaRPr lang="en-US" altLang="zh-CN" sz="1270" b="1" i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440669" y="363767"/>
            <a:ext cx="9462458" cy="5994592"/>
            <a:chOff x="-980" y="398"/>
            <a:chExt cx="9051" cy="5734"/>
          </a:xfrm>
        </p:grpSpPr>
        <p:sp>
          <p:nvSpPr>
            <p:cNvPr id="4" name="文本框 3"/>
            <p:cNvSpPr txBox="1"/>
            <p:nvPr/>
          </p:nvSpPr>
          <p:spPr>
            <a:xfrm>
              <a:off x="-980" y="398"/>
              <a:ext cx="9051" cy="57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1175" b="1">
                  <a:solidFill>
                    <a:srgbClr val="00B0F0"/>
                  </a:solidFill>
                  <a:sym typeface="+mn-ea"/>
                </a:rPr>
                <a:t>NEC</a:t>
              </a:r>
              <a:r>
                <a:rPr lang="zh-CN" altLang="en-US" sz="11175" b="1">
                  <a:solidFill>
                    <a:srgbClr val="00B0F0"/>
                  </a:solidFill>
                  <a:sym typeface="+mn-ea"/>
                </a:rPr>
                <a:t>：</a:t>
              </a:r>
              <a:r>
                <a:rPr lang="en-US" altLang="zh-CN" sz="11175" b="1">
                  <a:solidFill>
                    <a:schemeClr val="tx1"/>
                  </a:solidFill>
                </a:rPr>
                <a:t>3D</a:t>
              </a:r>
              <a:r>
                <a:rPr lang="zh-CN" altLang="en-US" sz="11175" b="1">
                  <a:solidFill>
                    <a:schemeClr val="tx1"/>
                  </a:solidFill>
                </a:rPr>
                <a:t>打印</a:t>
              </a:r>
              <a:endParaRPr lang="en-US" altLang="zh-CN" sz="11175" b="1">
                <a:solidFill>
                  <a:schemeClr val="tx1"/>
                </a:solidFill>
              </a:endParaRPr>
            </a:p>
            <a:p>
              <a:r>
                <a:rPr lang="en-US" altLang="zh-CN" sz="11175" b="1">
                  <a:solidFill>
                    <a:schemeClr val="tx1"/>
                  </a:solidFill>
                </a:rPr>
                <a:t>{</a:t>
              </a:r>
              <a:r>
                <a:rPr lang="en-US" altLang="zh-CN" sz="11175" b="1">
                  <a:solidFill>
                    <a:schemeClr val="tx1"/>
                  </a:solidFill>
                </a:rPr>
                <a:t>link}:</a:t>
              </a:r>
              <a:endParaRPr lang="en-US" altLang="zh-CN" sz="11175" b="1">
                <a:solidFill>
                  <a:schemeClr val="tx1"/>
                </a:solidFill>
              </a:endParaRPr>
            </a:p>
            <a:p>
              <a:r>
                <a:rPr lang="en-US" altLang="zh-CN" sz="9600" b="1">
                  <a:solidFill>
                    <a:srgbClr val="00B0F0"/>
                  </a:solidFill>
                </a:rPr>
                <a:t>Just Scan QR</a:t>
              </a:r>
              <a:r>
                <a:rPr lang="zh-CN" altLang="en-US" sz="9600" b="1">
                  <a:solidFill>
                    <a:srgbClr val="00B0F0"/>
                  </a:solidFill>
                </a:rPr>
                <a:t>！</a:t>
              </a:r>
              <a:endParaRPr lang="en-US" altLang="zh-CN" sz="19200" b="1">
                <a:solidFill>
                  <a:srgbClr val="00B0F0"/>
                </a:solidFill>
              </a:endParaRPr>
            </a:p>
            <a:p>
              <a:r>
                <a:rPr lang="en-US" altLang="zh-CN" sz="3200" b="1">
                  <a:solidFill>
                    <a:srgbClr val="172A88"/>
                  </a:solidFill>
                </a:rPr>
                <a:t>KEEP </a:t>
              </a:r>
              <a:r>
                <a:rPr lang="en-US" altLang="zh-CN" sz="3200" b="1">
                  <a:solidFill>
                    <a:srgbClr val="0E1A55"/>
                  </a:solidFill>
                </a:rPr>
                <a:t>BUILDING</a:t>
              </a:r>
              <a:r>
                <a:rPr lang="en-US" altLang="en-US" sz="2400" b="1">
                  <a:solidFill>
                    <a:srgbClr val="00B0F0"/>
                  </a:solidFill>
                </a:rPr>
                <a:t>█</a:t>
              </a:r>
              <a:r>
                <a:rPr lang="en-US" altLang="en-US" sz="2400" b="1"/>
                <a:t>  </a:t>
              </a:r>
              <a:r>
                <a:rPr lang="en-US" altLang="en-US" sz="2800" b="1"/>
                <a:t>Design by </a:t>
              </a:r>
              <a:r>
                <a:rPr lang="en-US" altLang="en-US" sz="2400" b="1"/>
                <a:t>                             </a:t>
              </a:r>
              <a:r>
                <a:rPr lang="en-US" altLang="en-US" sz="2400" b="1">
                  <a:solidFill>
                    <a:srgbClr val="00B0F0"/>
                  </a:solidFill>
                </a:rPr>
                <a:t>in CIT </a:t>
              </a:r>
              <a:endParaRPr lang="en-US" altLang="en-US" sz="2400" b="1">
                <a:solidFill>
                  <a:srgbClr val="00B0F0"/>
                </a:solidFill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-874" y="5807"/>
              <a:ext cx="8268" cy="0"/>
            </a:xfrm>
            <a:prstGeom prst="line">
              <a:avLst/>
            </a:prstGeom>
            <a:ln w="762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9" name="图片 8" descr="常州工ing NEC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188" y="5025"/>
              <a:ext cx="2226" cy="750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4681" y="5613"/>
              <a:ext cx="1849" cy="13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305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713" y="5507"/>
              <a:ext cx="1897" cy="259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marL="0" indent="0"/>
              <a:r>
                <a:rPr lang="en-US" altLang="zh-CN" sz="1270" b="1" i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newenergycoder.club</a:t>
              </a:r>
              <a:endParaRPr lang="en-US" altLang="zh-CN" sz="1270" b="1" i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4951730" y="2251075"/>
            <a:ext cx="1694815" cy="1694815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6951345" y="2251075"/>
            <a:ext cx="1694815" cy="16948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680</Words>
  <Application>WPS 演示</Application>
  <PresentationFormat>宽屏</PresentationFormat>
  <Paragraphs>95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1_WPS</vt:lpstr>
      <vt:lpstr>PowerPoint 演示文稿</vt:lpstr>
      <vt:lpstr>PowerPoint 演示文稿</vt:lpstr>
      <vt:lpstr>NEC架构图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DarrenPig</cp:lastModifiedBy>
  <cp:revision>162</cp:revision>
  <dcterms:created xsi:type="dcterms:W3CDTF">2019-06-19T02:08:00Z</dcterms:created>
  <dcterms:modified xsi:type="dcterms:W3CDTF">2026-09-11T13:15:03Z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E65B07814D014C6F8BAF571C10850BE0_13</vt:lpwstr>
  </property>
</Properties>
</file>